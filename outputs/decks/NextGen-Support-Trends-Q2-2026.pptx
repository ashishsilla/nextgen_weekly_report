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Issues  ·  AI Assistant  (Screen vs Interviews)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585216"/>
            <a:ext cx="1417320" cy="4572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9704" y="685800"/>
            <a:ext cx="0" cy="4407408"/>
          </a:xfrm>
          <a:prstGeom prst="line">
            <a:avLst/>
          </a:prstGeom>
          <a:noFill/>
          <a:ln w="9525">
            <a:solidFill>
              <a:srgbClr val="C8C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685800"/>
            <a:ext cx="4187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5C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187952" cy="256032"/>
          </a:xfrm>
          <a:prstGeom prst="rect">
            <a:avLst/>
          </a:prstGeom>
          <a:solidFill>
            <a:srgbClr val="EBEEF5"/>
          </a:solidFill>
          <a:ln w="9525">
            <a:solidFill>
              <a:srgbClr val="C8C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9611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tickets  ·  7 customers  ·  Nov 2025 – Mar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09160" y="68580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42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251960" cy="256032"/>
          </a:xfrm>
          <a:prstGeom prst="rect">
            <a:avLst/>
          </a:prstGeom>
          <a:solidFill>
            <a:srgbClr val="EBEEF5"/>
          </a:solidFill>
          <a:ln w="9525">
            <a:solidFill>
              <a:srgbClr val="C8C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96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tickets  ·  10 customers  ·  Nov 2025 – Mar 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225296"/>
            <a:ext cx="2048256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225296"/>
            <a:ext cx="45720" cy="1865376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3167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 Environment Stability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" y="166420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tickets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" y="1865376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Preview/debugger crashes (SUPP-1945), SpringBoot build failures blocking test start (SUPP-1944), push errors preventing code submission (SUPP-1959), candidate-facing code-repo failures (SUPP-1884), and IDE failing to launch plus preview slowness on Wayfair accounts (SUPP-1535, SUPP-1504).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" y="28529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 ·  Wayfair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40864" y="1225296"/>
            <a:ext cx="2048256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0864" y="1225296"/>
            <a:ext cx="45720" cy="1865376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13167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Transcripts / Usage Reporting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50592" y="166420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tickets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50592" y="1865376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missing when opened in a new browser tab (SUPP-1582), shown for questions where AI wasn't applicable (SUPP-1580), wrong candidate's transcript surfaced (SUPP-1821), and unavailable entirely in the code-repo question type (SUPP-1559).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50592" y="28529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 ·  Planning Center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3182112"/>
            <a:ext cx="2048256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182112"/>
            <a:ext cx="45720" cy="1865376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32735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 Available / Setup Failure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" y="36210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" y="3822192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enabled on the test configuration but candidates saw no AI panel in the live test (SUPP-1972) — configuration confirmed correct, feature simply absent at runtime.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" y="480974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/ Happy Returns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40864" y="3182112"/>
            <a:ext cx="2048256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40864" y="3182112"/>
            <a:ext cx="45720" cy="1865376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32735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UX &amp; Misc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50592" y="36210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tickets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50592" y="3822192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Assorted: IDE launch failures, slow interface load, and rendering inconsistencies across Amazon, Atlassian, MercadoLibre, Wayfair, and UPS accounts — no single root cause, concentrated in high-volume test environments.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50592" y="480974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 ·  Atlassian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1225296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225296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1316736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Autocomplete / Cannot Disable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1591056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tickets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18888" y="1792224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idle, re-enables itself after being turned off (SUPP-1892, SUPP-1824), disables mid-session (SUPP-1569), and spawns duplicate AI tabs (SUPP-1757) — all while the feature was supposed to be off.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818888" y="2237232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  ·  Paxos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80860" y="1225296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80860" y="1225296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0588" y="1316736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Transcripts / Usage Reporting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90588" y="1591056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tickets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90588" y="1792224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transcript missing entirely (SUPP-1846 · Atlassian) and interviewer AI usage reporting as zero despite confirmed activity during the session (SUPP-1537 · Planning Center).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990588" y="2237232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Center  ·  Atlassian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09160" y="2529840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2529840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2621280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 Available / Setup Failure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18888" y="2895600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tickets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18888" y="3096768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gallery error blocks AI from initialising at load (SUPP-1836 · UPS); AI loads but has no editor context, making it non-functional for the whole session (SUPP-1896 · Qualtrics).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818888" y="3541776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 ·  UPS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880860" y="2529840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80860" y="2529840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0588" y="2621280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Quality &amp; Loops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90588" y="2895600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tickets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990588" y="3096768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stuck in repetitive output loops (SUPP-1558 · DraftKings), usage limit hit mid-session cutting off access (SUPP-1958 · Portkey), and diffs returned too slowly with oversized block changes (SUPP-1889).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90588" y="3541776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DraftKings  ·  Portkey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709160" y="3834384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3834384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18888" y="3925824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Mode &amp; Real-time Sync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18888" y="4200144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tickets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818888" y="4401312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sees a blank AI tab while candidate actively uses AI (SUPP-1900 · Uber); AI interactions not syncing in real time to the observer view (SUPP-1889 · DraftKings).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818888" y="4846320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 ·  DraftKings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880860" y="3834384"/>
            <a:ext cx="2080260" cy="12131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80860" y="3834384"/>
            <a:ext cx="45720" cy="1213104"/>
          </a:xfrm>
          <a:prstGeom prst="rect">
            <a:avLst/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0588" y="3925824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UX &amp; Misc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990588" y="4200144"/>
            <a:ext cx="1915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tickets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990588" y="4401312"/>
            <a:ext cx="19156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panels opening simultaneously, mid-session AI disruptions, and inconsistent behaviour across live CodePair setups at DraftKings, Agoda, and Paxos.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990588" y="4846320"/>
            <a:ext cx="19156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DraftKings  ·  Agoda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1887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Theme Breakdown  ·  AI Assistant  ·  Q1–Q2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557784"/>
            <a:ext cx="1417320" cy="4572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621792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tickets  ·  12 customers  ·  7 themes  ·  Nov 2025 – Mar 2026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877824"/>
          <a:ext cx="87599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02920"/>
                <a:gridCol w="566928"/>
                <a:gridCol w="777240"/>
                <a:gridCol w="594360"/>
                <a:gridCol w="713232"/>
                <a:gridCol w="658368"/>
                <a:gridCol w="2313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4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Customers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 Environment Stability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(×4)  ·  Wayfair (×2)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 Transcripts / Usage Reporting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 ·  Planning Center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Autocomplete / Cannot Disable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Affirm  ·  Paxos  ·  Agoda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Not Available / Setup Failure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UPS/Happy Returns  ·  Qualtrics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Response Quality &amp; Loops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DraftKings  ·  Portkey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Mode &amp; Real-time Sync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  ·  DraftKings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UX &amp; Misc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 ·  DraftKings  ·  Agoda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05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unique customers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01168" y="491947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= open / in-progress / acknowledged  ·  Mitigated = workaround in place  ·  Resolved = closed  ·  Data: Linear export · Mar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Support Issues · AI Assistant Q2 2026</dc:title>
  <dc:subject>PptxGenJS Presentation</dc:subject>
  <dc:creator>PptxGenJS</dc:creator>
  <cp:lastModifiedBy>PptxGenJS</cp:lastModifiedBy>
  <cp:revision>1</cp:revision>
  <dcterms:created xsi:type="dcterms:W3CDTF">2026-03-06T10:38:04Z</dcterms:created>
  <dcterms:modified xsi:type="dcterms:W3CDTF">2026-03-06T10:38:04Z</dcterms:modified>
</cp:coreProperties>
</file>