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HACKERRANK · NEXTGEN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 Task Type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47472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 2026  ·  Screen vs Interview  ·  Which task types drive real usage?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4773168"/>
            <a:ext cx="8631936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Snapshot  ·  Screen vs Interview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96112"/>
            <a:ext cx="411480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3168" y="896112"/>
            <a:ext cx="4114800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3984" y="896112"/>
            <a:ext cx="27432" cy="411480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0700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280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2,001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" y="18105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Attempts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120700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59152" y="1280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40864" y="18105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Tasks per Attempt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Tasks per Attempt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67712" y="2468880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59152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340864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 Types per Attempt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730752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38039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" y="433425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 Types per Attempt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67712" y="3730752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59152" y="38039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340864" y="433425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120700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1280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619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46320" y="18105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Attempts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84848" y="1207008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76288" y="1280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58000" y="18105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Tasks per Attempt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468880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84632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Tasks per Attempt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2468880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76288" y="25420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1.3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858000" y="307238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 Types per Attempt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73168" y="3730752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64608" y="38039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846320" y="433425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 Types per Attempt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3730752"/>
            <a:ext cx="1920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76288" y="38039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71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858000" y="4334256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Combined Usage  ·  Screen + Interview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96112"/>
            <a:ext cx="8631936" cy="2377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COMBINED  ·  SCREEN + INTERVIEW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280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2,620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" y="18105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Attempts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95728" y="1207008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280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8105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Tasks per Attempt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35424" y="1207008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280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08576" y="18105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Tasks per Attempt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207008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280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48272" y="18105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468880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2542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9184" y="30723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Task Types per Attempt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95728" y="2468880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87168" y="2542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468880" y="30723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Task Types per Attempt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35424" y="2468880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26864" y="2542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608576" y="30723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Tasks Ever Assigned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2468880"/>
            <a:ext cx="20116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25420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118 of 272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48272" y="30723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Tasks Never Assigned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Type Reach  ·  Screen vs Interview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371600"/>
                <a:gridCol w="1737360"/>
                <a:gridCol w="140817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Task Type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 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 Reach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 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 Reach %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1,230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61.5%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311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50.2%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47.6%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347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56.1%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 Review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10.2%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B28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Whiteboard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4.4%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Text Answer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0.3%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Issue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07408"/>
            <a:ext cx="86319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4407408"/>
            <a:ext cx="54864" cy="56692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462272"/>
            <a:ext cx="8357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uses only Bug Fix and Feature — Code Review, Whiteboard, Text Answer and Issue are </a:t>
            </a:r>
            <a:pPr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 reach on Screen. </a:t>
            </a:r>
            <a:pPr indent="0" marL="0">
              <a:buNone/>
            </a:pPr>
            <a:r>
              <a:rPr lang="en-US" sz="1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uses all 6 types, with Feature (91%) and Bug Fix (75%) leading, followed by Code Review (65%) and Whiteboard (61%).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Type Combos  ·  Screen vs Interview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96112"/>
            <a:ext cx="411480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 ·  2,001 attempts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3168" y="896112"/>
            <a:ext cx="4114800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 ·  619 attempts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3984" y="896112"/>
            <a:ext cx="27432" cy="411480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70432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640080"/>
                <a:gridCol w="685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Combo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1,048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52.4%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771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38.5%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57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 + Feature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182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9.1%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170432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640080"/>
                <a:gridCol w="685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Combo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%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213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34.4%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39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170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27.5%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39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 + Feature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91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14.7%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 Review only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25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4.0%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 + Feature + Whiteboard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2.7%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56032" y="4370832"/>
            <a:ext cx="863193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4370832"/>
            <a:ext cx="54864" cy="62179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4048" y="4443984"/>
            <a:ext cx="8357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Screen: 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combos only — all Bug Fix or Feature or both. Simple, shallow.  </a:t>
            </a:r>
            <a:pPr indent="0" marL="0">
              <a:buNone/>
            </a:pPr>
            <a:r>
              <a:rPr lang="en-US" sz="1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Interview: 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 use the same avg task depth as Screen (~2 tasks), but unlock exclusive types: Code Review (10%) and Whiteboard (4%) are interview-only — 0% reach on Screen.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Type Deep-Dive  ·  Which Types Are Used Most?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9392" y="932688"/>
            <a:ext cx="27432" cy="3218688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32688"/>
          <a:ext cx="3986784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353312"/>
                <a:gridCol w="82296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Task Type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Usage*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(Screen + Interviews)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% share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Companies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1,541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( 1,230 + 311 )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59%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87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1,300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( 953 + 347 )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 Review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63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+ 63 )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B28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Whiteboard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+ 27 )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E0E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Issue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+ 3 )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Text Answer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+ 2 )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2544" y="932688"/>
          <a:ext cx="4535424" cy="914400"/>
        </p:xfrm>
        <a:graphic>
          <a:graphicData uri="http://schemas.openxmlformats.org/drawingml/2006/table">
            <a:tbl>
              <a:tblPr/>
              <a:tblGrid>
                <a:gridCol w="1901952"/>
                <a:gridCol w="1261872"/>
                <a:gridCol w="804672"/>
                <a:gridCol w="5669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Task Type Combo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Usage*
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(Screen + Interviews)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% of share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Companies</a:t>
                      </a:r>
                      <a:endParaRPr lang="en-US" sz="9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only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1,218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( 1,048 + 170 )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46.5%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63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only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984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( 771 + 213 )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37.6%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93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273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( 182 + 91 )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10.4%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42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Code Review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only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25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+ 25 )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696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Bug Fix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Feature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CB28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Whiteboard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
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( 0 + 17 )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0.6%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56032" y="4224528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84048" y="4297680"/>
            <a:ext cx="8357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Uses only Bug Fix and Feature — all other task types are 0% used
</a:t>
            </a:r>
            <a:pPr indent="0" marL="0">
              <a:buNone/>
            </a:pPr>
            <a:r>
              <a:rPr lang="en-US" sz="1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</a:t>
            </a:r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Uses all 6 types &amp; top combo (Bug Fix only) dominates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0" y="4901184"/>
            <a:ext cx="9144000" cy="237744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" y="4919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H■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0" y="4928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©2026 HackerRank. Confidential and Proprietary.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Depth of Engagement  ·  Tasks per Attempt by Company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96112"/>
            <a:ext cx="411480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3168" y="896112"/>
            <a:ext cx="4114800" cy="237744"/>
          </a:xfrm>
          <a:prstGeom prst="rect">
            <a:avLst/>
          </a:prstGeom>
          <a:solidFill>
            <a:srgbClr val="003333"/>
          </a:solidFill>
          <a:ln w="12700">
            <a:solidFill>
              <a:srgbClr val="00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896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3984" y="896112"/>
            <a:ext cx="27432" cy="4041648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70432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Tasks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Types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5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HCL Enterprise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Ampcus Tech Pvt. Ltd.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9am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ACT-1 Group / AllSTEM Connections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BI Solutions Inc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PayPal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Pokemon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39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Contentstack India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Devpunks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170432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Company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Tasks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Avg Types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UBS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Atlassian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3.7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DraftKings Inc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3.3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Agoda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3.1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John Deere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2.0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Coupang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2.8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1.2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NVIDIA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1.3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TikTok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1.5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Uber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59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2.4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1.6</a:t>
                      </a:r>
                      <a:endParaRPr lang="en-US" sz="9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56032" y="4864608"/>
            <a:ext cx="863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avg: 2.1 tasks/attempt · median: 2      Interview avg: 2.0 tasks/attempt · median: 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TYPE 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 unlock exclusive task types — not just more tasks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432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 ·  2 TASK TYPES ONLY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Bug Fix + Feature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41401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2,001 attempts · avg 2.1 tasks/attempt · median 1 task type · simple, shallow assessments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27248" y="1417320"/>
            <a:ext cx="27432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 ·  ALL 6 TYPES ACTIVE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36976" y="17739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2.0 tasks avg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36976" y="241401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619 attempts · avg 1.5 task types/attempt · median 1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98464" y="1417320"/>
            <a:ext cx="27432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48132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REVIEW + WHITEBOARD  ·  INTERVIEW ONLY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08192" y="177393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 on Screen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08192" y="2414016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Review in 10% of interviews · Whiteboard in 4% — both interview-exclusive, never assigned on Screen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34107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to act 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3703320"/>
            <a:ext cx="8595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 Review (10%) and Whiteboard (4%) are Interview-only — 0% reach on Screen.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usage is commodity: Bug Fix only (52%) or Feature only (39%) — no company uses more than 2 types on 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"Tasks never attempted" gap: 118 of 272 tasks (43%) in repos were never assigned — supply-side waste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CodeRepo Task Type Analysis Q2 2026</dc:title>
  <dc:subject>PptxGenJS Presentation</dc:subject>
  <dc:creator>HackerRank NextGen</dc:creator>
  <cp:lastModifiedBy>HackerRank NextGen</cp:lastModifiedBy>
  <cp:revision>1</cp:revision>
  <dcterms:created xsi:type="dcterms:W3CDTF">2026-03-10T05:12:56Z</dcterms:created>
  <dcterms:modified xsi:type="dcterms:W3CDTF">2026-03-10T05:12:56Z</dcterms:modified>
</cp:coreProperties>
</file>