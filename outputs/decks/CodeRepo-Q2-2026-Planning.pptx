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HACKERRANK · NEXTGEN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 Q2 2026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47472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 2025 – Feb 2026  |  Usage &amp; Adoption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4773168"/>
            <a:ext cx="8631936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3192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53858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Section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you'll see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01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Core Metrics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Sep'25–Feb'26 adoption snapshot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02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Who's Adopting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customers, regions, segments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03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Content Performance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 vs. custom, top repos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04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Readiness Gap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Created ≠ shippable — fixing the denominator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05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Ratings &amp; Feedback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Old vs New CodeRepos — themes side by side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06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Q2 2026 Priorities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 adoption growth · P1 quality · Stack matrix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149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ACTIVATION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10/225 repos (4.4%) saw any usage — adoption exists but content isn't being activated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609344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09344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642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NOT READY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856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82% of created repos have 0 tasks — 'created' ≠ 'shippable'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5856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58568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13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CARRIES ADOPTION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505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28/30 customers used library repos; only 3 used custom repos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07792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626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USAGE IS CONCENTRATED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5 customers = ~62% of all attempts; Uber alone = ~29%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557016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57016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118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SPLIT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3803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 Interview-only · 4 Screen-only · 0 using both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206240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206240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611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 RATINGS, PLATFORM PAIN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~4.2/5 — negatives are latency/AI assistant, not content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96012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10332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50992" y="1563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Adopting Customers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96012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52360" y="10332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4.4%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434072" y="1563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Activated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19456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69280" y="22677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4.2 /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650992" y="279806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219456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52360" y="22677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82%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434072" y="279806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with 0 Tasks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342900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0" y="35021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131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5650992" y="403250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Attempts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60920" y="342900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52360" y="35021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84.7%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434072" y="403250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Attempts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Metrics  ·  Sep 2025 – Feb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9184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CodeRepos Created (L6)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23744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05456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With ≥1 Attempt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1728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84848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76288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Attempts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Attempts (84.7%)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32304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23744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05456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Attempts (15.3%)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0016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81728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Adopting Customers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4848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76288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22/30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58000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in Last 30 Days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 ·  Who Is Using It?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  <a:gridCol w="1463040"/>
                <a:gridCol w="149961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Region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Segment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Product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Repos Used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Uber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DraftKings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Aegis Software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SMB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Agoda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APAC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Indeed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Tiers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customers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(10+ attempts)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4495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3639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customers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13639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Engaged (3–9 attempts)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3387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2531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customers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2531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One-off (1–2 attempts)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" y="480060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83% of adopting customers used exactly 1 repo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 ·  Region &amp; Segment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Salesforce Region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Region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 Share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88.5%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APAC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7.6%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EMEA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0.8%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Unknown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3.1%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Split (Screen vs Interview)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2803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Interview-only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4535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Screen-only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8952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66267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377440"/>
            <a:ext cx="4114800" cy="1325880"/>
          </a:xfrm>
          <a:prstGeom prst="rect">
            <a:avLst/>
          </a:prstGeom>
          <a:solidFill>
            <a:srgbClr val="FFF9E6"/>
          </a:solidFill>
          <a:ln w="12700">
            <a:solidFill>
              <a:srgbClr val="FCF2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77440"/>
            <a:ext cx="54864" cy="1325880"/>
          </a:xfrm>
          <a:prstGeom prst="rect">
            <a:avLst/>
          </a:prstGeom>
          <a:solidFill>
            <a:srgbClr val="FCF283"/>
          </a:solidFill>
          <a:ln w="12700">
            <a:solidFill>
              <a:srgbClr val="FCF2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24231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82896" y="2679192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4 Screen-only adopters are SMB accounts (ARR=0 in metadata). Enterprise is exclusively using Interview. Screen adoption is currently in pilot/trial mode — needs deliberate GTM push to scale.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6032" y="38404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Breadth is low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472" y="41696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25/30 customers used exactly 1 repo. Only 5 used 2+ repos: Uber, NVIDIA, Nuro, Blue Origin, Microsoft.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Performance  ·  What's Being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Repos by Adoption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07008"/>
          <a:ext cx="8631936" cy="914400"/>
        </p:xfrm>
        <a:graphic>
          <a:graphicData uri="http://schemas.openxmlformats.org/drawingml/2006/table">
            <a:tbl>
              <a:tblPr/>
              <a:tblGrid>
                <a:gridCol w="2779776"/>
                <a:gridCol w="1005840"/>
                <a:gridCol w="2560320"/>
                <a:gridCol w="128016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Repo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Source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MovieDB (MERN)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MovieDB (Spring Boot)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SpringBoot+Angular+Mongo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Melodio (MERN)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MovieDB (Django)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Django+Angular+Mongo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Workflow (MERN)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35204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vs. Custom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" y="38221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Created: 6   Used: 5 (83%)   Customers: 28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0672" y="38221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82112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(all)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82112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Created: 237   Used: 5 (2%)   Customers: 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25312" y="38221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16752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(cust-authored)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16752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Created: 13   Used: 5 (38%)   Customers: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READINESS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"Created" ≠ "Shippable"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2004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in L6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3320" y="2148840"/>
            <a:ext cx="50292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08760"/>
            <a:ext cx="23774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task_count &gt; 0  (18%)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2148840"/>
            <a:ext cx="50292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08760"/>
            <a:ext cx="17373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002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≥1 attempt  (4.4% of created)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3337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3639312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185 / 225 repos (82%) have 0 tasks — shells, not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~86% of unused repos have 0 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"Library repo unused" = Travel App (MERN) — 0 tasks, not shippable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Ready (task&gt;0) → Activated for Q2 QBR accuracy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 &amp; Feedback  ·  Old vs New CodeRepos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8576" y="914400"/>
            <a:ext cx="27432" cy="4041648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OLD CODEREPOS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22452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8872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3.93/5  ·  1345 ratings  ·  305 with text feedback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CODEREPOS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330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4.13/5  ·  30 ratings  ·  6 with text feedback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426464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426464"/>
            <a:ext cx="54864" cy="84124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472184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/ Stack Mismatch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664208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responses · avg 3.0★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1810512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"Applied to Angular Developer but exam in the rect unable to answer last question"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426464"/>
            <a:ext cx="2029968" cy="841248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2821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04872" y="1426464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04872" y="1426464"/>
            <a:ext cx="54864" cy="84124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472184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/ Test Case Quality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96312" y="1664208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 responses · avg 2.8★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96312" y="1810512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"Extremely poor question description and testcases. Lacking explicit instruction."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426464"/>
            <a:ext cx="2029968" cy="841248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72821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331720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331720"/>
            <a:ext cx="54864" cy="84124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3774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UX / Interface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25694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 responses · avg 2.5★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2715768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"Unsure on how to view the terminal in the test which made testing solutions difficult."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331720"/>
            <a:ext cx="2029968" cy="841248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3347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04872" y="2331720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04872" y="2331720"/>
            <a:ext cx="54864" cy="84124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6312" y="23774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/ Reliability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96312" y="25694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responses · avg 1.9★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96312" y="2715768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"super buggy. app crashed. react app never loaded from beginning. network errors."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0" y="2331720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331720"/>
            <a:ext cx="54864" cy="84124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3774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/ Reliability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2569464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responses · avg 2.0★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49440" y="271576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"I'm not sure if my 3rd answer submitted. I tried submitting it with 15 seconds left and it said something went w…"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3236976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3236976"/>
            <a:ext cx="54864" cy="84124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282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" y="347472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responses · avg 3.4★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472" y="3621024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"AI Assistant is terrible. Whitespace formatting is wrong, has no context, etc..."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3236976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236976"/>
            <a:ext cx="54864" cy="84124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28269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474720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responses · avg 1.0★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46320" y="362102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"The Ai Assistant sucks donckey balls"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04872" y="3236976"/>
            <a:ext cx="20756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04872" y="3236976"/>
            <a:ext cx="54864" cy="84124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96312" y="3282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 Experience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496312" y="347472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 responses · avg 4.0★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496312" y="3621024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"It was great. I really enjoyed the project questions. The style was unique and nice!"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0" y="3236976"/>
            <a:ext cx="2029968" cy="841248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5387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4178808"/>
            <a:ext cx="8631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6032" y="4178808"/>
            <a:ext cx="54864" cy="54864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2245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TREND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84048" y="4389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Role/Stack, UX &amp; Content Quality pain absent from new repos — likely better scenario scoping, not just small-N   ·   ⚠ Performance persists: submission failures + 'Very slow tool' (Aegis 2★, Uber 2★) — infra issue, not content   ·   ⚠ AI Assistant complaint intensifies: harshest language in new repos (Uber, 1★ on both Banking App Go + Uber Banking) — needs UX onboarding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56032" y="4782312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⚠ New coderepo sample is small (30 ratings, 6 text responses) — directional only.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Priorities  ·  P0 Adoption Growth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103327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Double down on library templates that already drive adoption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131673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MovieDB MERN + MovieDB Spring Boot drive nearly all broad adoption. Expand adjacent variants (same 'shape', different stacks/roles) to widen top-of-funnel.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9202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92024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9202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199339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 the denominator — introduce 'ready content' lifecycle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227685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Track: Created → Ready (task_count &gt; 0) → Activated (≥1 attempt) → Repeat-used. Stop using 'repos created' as the success metric for QBR.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8803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88036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803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" y="295351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friction: turn 'created' into 'used' for custom repos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23697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hooks: 'Add to assessment' CTA after repo creation · Publish/readiness checks (warn if task_count=0) · Lightweight 'test run' flow before going live.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8404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84048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8404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8952" y="391363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adoption needs a deliberate GTM push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" y="419709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4 SMB accounts are Screen-only today. If Screen is strategic, seed a small enterprise cohort and identify activation blockers early.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Priorities  ·  P1 Quality + Stack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54864" cy="1005840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P1 · Address Reliability / Performance / AI-Assistant Pain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Negative verbatims are adoption-killers. Even with tiny sample volume, complaints about latency and AI assistant behavior are must-fix hygiene items while scaling content.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0574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Hold: Stacks with 0 Adoption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have ready repos (task_count &gt; 0) but zero adoption — bottleneck is activation/discovery, not content supply: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798064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Node.JS (8 ready repos)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 with Gradle (4 ready)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Ruby on Rails (2 ready)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.NET Core · MEAN · React.JS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Content Stack Priority Matrix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143000"/>
                <a:gridCol w="868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Priority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21/30 (70%)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56 (43%)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SpringBoot+Angular — Full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9/30 (30%)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42 (32%)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Django+Angular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3/30 (10%)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 (4.6%)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SpringBoot — Backend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customer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 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Django — Backend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early signal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small 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Hold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Node.JS, Rails, .NET…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 adopters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Turning Analysis Into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'ready content' 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Align on Created → Ready → Activated funnel for Q2 QBR. Fix denominator before setting targets.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MERN + SpringBoot library repos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 MERN Fullstack, +2 SpringBoot Fullstack, +1 SpringBoot Backend, +1 Django Fullstack by end of Q2.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90488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Product: activation friction fixes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Ship 'Add to assessment' CTA + readiness guard (warn on 0 tasks). Target: custom repo activation rate 2× by Q2 close.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82803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Owner: [TBD]  ·  Q2 2026  ·  HackerRank NextGen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CodeRepo Q2 2026 Planning</dc:title>
  <dc:subject>Sep'25–Feb'26 Analysis</dc:subject>
  <dc:creator>HackerRank NextGen</dc:creator>
  <cp:lastModifiedBy>HackerRank NextGen</cp:lastModifiedBy>
  <cp:revision>1</cp:revision>
  <dcterms:created xsi:type="dcterms:W3CDTF">2026-03-09T11:23:25Z</dcterms:created>
  <dcterms:modified xsi:type="dcterms:W3CDTF">2026-03-09T11:23:25Z</dcterms:modified>
</cp:coreProperties>
</file>