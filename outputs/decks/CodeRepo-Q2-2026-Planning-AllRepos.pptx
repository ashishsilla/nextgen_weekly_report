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HACKERRANK · NEXTGEN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 Q2 2026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47472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CodeRepos with ≥1 Task  |  Usage: Sep 2025 – Feb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4773168"/>
            <a:ext cx="8631936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3931920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5385816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#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Section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What you'll see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01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Core Metrics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Sep'25–Feb'26 adoption snapshot — all repos with ≥1 task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02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Usage Trends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Quarter-on-quarter growth — Screen vs. Interviews since launch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03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Who's Adopting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Top customers, regions, segments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04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Content Performance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 vs. custom, top repos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05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The Readiness Gap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Created ≠ activated — 45 ready repos sitting idle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06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Ratings &amp; Feedback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1,340 responses — strongest signal yet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07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Q2 2026 Priorities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9424E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 screen scale · P1 quality fixes · Stack matrix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149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ACTIVATION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207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22/67 repos (32.8%) saw usage — universe: all repos with ≥1 task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609344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609344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642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ABSOLUTELY DOMINATES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856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94% of all 3,109 attempts came from just 11 library repos (18 total)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58568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58568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1343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HAS TAKEN OVER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5054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79% of attempts are Screen (2,454/3,109) — Interview now a minority channel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07792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626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BROAD BUT SHALLOW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160 companies adopted — but nearly all used exactly 1 repo; no depth yet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557016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557016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1188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READY REPOS IDLE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3803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 of 67 repos activated — 45 have tasks but zero attempts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4206240"/>
            <a:ext cx="5074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206240"/>
            <a:ext cx="54864" cy="56692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2611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 UNDER PRESSURE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3.94/5 on 1,340 responses — role mismatch &amp; test quality driving low scores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96012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10332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50992" y="1563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Adopting Companies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60920" y="96012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52360" y="10332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32.8%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434072" y="1563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Activated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19456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69280" y="22677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3.94 / 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650992" y="279806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219456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52360" y="22677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79%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434072" y="279806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Attempts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342900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669280" y="35021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3,109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5650992" y="403250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Attempts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60920" y="342900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452360" y="35021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94%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434072" y="403250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Attempts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Metrics  ·  Sep 2025 – Feb 2026  ·  CodeRepos with ≥1 Task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9184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CodeRepos (with ≥1 Task)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32304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23744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05456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With ≥1 Attempt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32.8%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1728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84848" y="9144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76288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3,109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Attempts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655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Attempts (21.1%)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32304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23744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2,454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05456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Attempts (78.9%)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0016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81728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Adopting Companies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4848" y="22402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76288" y="2313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58000" y="284378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 Repos Not Yet Activated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Usage Trends  ·  Quarter-on-Quarter Growth Since Launch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977640"/>
            <a:ext cx="8046720" cy="548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384962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3223260"/>
            <a:ext cx="8046720" cy="5486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309524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8046720" cy="5486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3408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1714500"/>
            <a:ext cx="8046720" cy="5486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58648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960120"/>
            <a:ext cx="8046720" cy="5486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8321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2023-Q3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2023-Q4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8600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2024-Q1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2024-Q2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35908" y="3941064"/>
            <a:ext cx="256032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7660" y="3941064"/>
            <a:ext cx="256032" cy="36576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2024-Q3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67428" y="3941064"/>
            <a:ext cx="256032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9180" y="3941064"/>
            <a:ext cx="256032" cy="36576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2024-Q4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98948" y="3941064"/>
            <a:ext cx="256032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00700" y="3786530"/>
            <a:ext cx="256032" cy="191110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0700" y="360365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2025-Q1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30468" y="3941064"/>
            <a:ext cx="256032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2220" y="3741268"/>
            <a:ext cx="256032" cy="236372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2220" y="3558388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2025-Q2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761988" y="3902202"/>
            <a:ext cx="256032" cy="7543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1988" y="3719322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63740" y="3341446"/>
            <a:ext cx="256032" cy="636194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3740" y="3158566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7512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2025-Q3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93508" y="1832686"/>
            <a:ext cx="256032" cy="2144954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3508" y="1649806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853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95260" y="3255950"/>
            <a:ext cx="256032" cy="721690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5260" y="307307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0664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2025-Q4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225028" y="1095908"/>
            <a:ext cx="256032" cy="288173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5028" y="913028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1146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526780" y="3414370"/>
            <a:ext cx="256032" cy="563270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26780" y="323149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38160" y="4050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2026-Q1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0" y="4315968"/>
            <a:ext cx="164592" cy="1645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1568" y="4297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Attempts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0" y="4315968"/>
            <a:ext cx="164592" cy="164592"/>
          </a:xfrm>
          <a:prstGeom prst="rect">
            <a:avLst/>
          </a:prstGeom>
          <a:solidFill>
            <a:srgbClr val="0E141E"/>
          </a:solidFill>
          <a:ln w="12700">
            <a:solidFill>
              <a:srgbClr val="0E141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0368" y="42976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Attempts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surged in 2025-Q4 (853) and accelerated to 1,146 in 2026-Q1. Interviews peaked at 287 in 2025-Q4 and need renewed focus.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 ·  Who Is Using It?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631936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188720"/>
                <a:gridCol w="1188720"/>
                <a:gridCol w="149961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Customer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Region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Segment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Product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Repos Used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OpenAI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MM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Both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458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Atlassian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Both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443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Jamm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SMB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253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Agoda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APAC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225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NorthMark Strategies Group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MM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6032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Tiers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56 companies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(10+ attempts)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04495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5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3639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57 companies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13639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Engaged (3–9 attempts)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33872" y="3566160"/>
            <a:ext cx="2606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25312" y="36118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47 companies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925312" y="39502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One-off (1–2 attempts)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" y="480060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Nearly all adopting companies (159/160) used exactly 1 repo — breadth is the primary growth lever for Q2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Adoption  ·  Region &amp; Segment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Salesforce Region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Region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Companies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Attempts Share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NAMER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109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78%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APAC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20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EMEA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LATAM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&lt;1%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Split (Screen vs Interview)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79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2803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Screen-only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4535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Interview-only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89520" y="1261872"/>
            <a:ext cx="129844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680960" y="133502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662672" y="1865376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377440"/>
            <a:ext cx="4114800" cy="1325880"/>
          </a:xfrm>
          <a:prstGeom prst="rect">
            <a:avLst/>
          </a:prstGeom>
          <a:solidFill>
            <a:srgbClr val="FFF9E6"/>
          </a:solidFill>
          <a:ln w="12700">
            <a:solidFill>
              <a:srgbClr val="FCF2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77440"/>
            <a:ext cx="54864" cy="1325880"/>
          </a:xfrm>
          <a:prstGeom prst="rect">
            <a:avLst/>
          </a:prstGeom>
          <a:solidFill>
            <a:srgbClr val="FCF283"/>
          </a:solidFill>
          <a:ln w="12700">
            <a:solidFill>
              <a:srgbClr val="FCF28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24231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82896" y="2679192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is now the dominant channel — 79% of all attempts. Only 10 companies use both products. Enterprise is present across both channels, but Screen-only adoption is distributed across all segments.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6032" y="38404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47472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APAC &amp; EMEA are real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472" y="41696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APAC: 20 companies (13% of attempts). EMEA: 21 companies (5% of attempts). Combined they represent 41 companies — more than L6M's entire 30-company base.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Performance  ·  What's Being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Repos by Attempts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07008"/>
          <a:ext cx="8631936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1920240"/>
                <a:gridCol w="713232"/>
                <a:gridCol w="713232"/>
                <a:gridCol w="896112"/>
                <a:gridCol w="822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Repo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Source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Total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Screen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Interview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DLI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Travel App Code Repo (MERN)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1,932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1,883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49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3.93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Banking App Code Repo (JAM)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SpringBoot+Angular+Mongo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664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532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3.88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Note Manager React (TypeScript)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React.JS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3.66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Courses App Flask React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Flask+React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3.33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HackerWallet Django React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Library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Django+React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51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4.63</a:t>
                      </a:r>
                      <a:endParaRPr lang="en-US" sz="11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56032" y="352044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vs. Custom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" y="382219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C7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7472" y="38587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" y="40873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Repos: 18   Used: 11 (61%)   L6M Attempts: 2,943 (94.7%)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99432" y="382219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90872" y="38587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90872" y="40873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Repos: 49   Used: 11 (22%)   L6M Attempts: 166 (5.3%)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READINESS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"In Scope" ≠ "Activated" — 45 ready repos have zero attempts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20040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repos with ≥1 task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3320" y="2148840"/>
            <a:ext cx="50292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08760"/>
            <a:ext cx="23774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00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359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≥1 attempt  (32.8%)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2148840"/>
            <a:ext cx="50292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08760"/>
            <a:ext cx="17373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002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651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 but 0 attempts  (67.2%)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" y="3337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this matters: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3639312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67 repos in scope have ≥1 task — denominator is clean, no shells counted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of 67 repos (67.2%) have tasks but zero attempts — content exists, discovery is the bottleneck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Library repos (18) account for 94.7% of all 3,109 attempts — custom (49 repos) barely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Action: surface dormant repos in the product — they are the quickest activation win in Q2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 &amp; Feedback  ·  1,340 Responses — Statistically Meaningful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3.94 / 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9184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9152" y="9144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87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5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32304" y="1517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Rating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0574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2130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1,340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" y="2660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Feedback Instances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59152" y="20574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2130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432304" y="2660904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Attempt Coverage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2461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 Distribution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358444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02736"/>
            <a:ext cx="1426464" cy="12801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3584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706 (52%)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377647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493776" cy="128016"/>
          </a:xfrm>
          <a:prstGeom prst="rect">
            <a:avLst/>
          </a:prstGeom>
          <a:solidFill>
            <a:srgbClr val="66CC99"/>
          </a:solidFill>
          <a:ln w="12700">
            <a:solidFill>
              <a:srgbClr val="66CC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52144" y="37764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244 (18%)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396849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986784"/>
            <a:ext cx="301752" cy="128016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968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158 (11%)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" y="4160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178808"/>
            <a:ext cx="137160" cy="128016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60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63 (5%)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" y="435254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370832"/>
            <a:ext cx="329184" cy="128016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3525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169 (12%)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Feedback Themes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23444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234440"/>
            <a:ext cx="54864" cy="621792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128930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MISMATCH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149047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"Mobile Android role but given web/Node problems" — Walmart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947672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1947672"/>
            <a:ext cx="54864" cy="621792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2002536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CASE QUALITY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82896" y="220370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"Terrible frontend test cases, too much debugging time" — Razer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266090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2660904"/>
            <a:ext cx="54864" cy="621792"/>
          </a:xfrm>
          <a:prstGeom prst="rect">
            <a:avLst/>
          </a:prstGeom>
          <a:solidFill>
            <a:srgbClr val="FCF283"/>
          </a:solidFill>
          <a:ln w="12700">
            <a:solidFill>
              <a:srgbClr val="FCF2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271576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DOCS ACCESS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82896" y="291693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"Can't read linked docs, not a real-world scenario" — QuinStreet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37413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374136"/>
            <a:ext cx="54864" cy="621792"/>
          </a:xfrm>
          <a:prstGeom prst="rect">
            <a:avLst/>
          </a:prstGeom>
          <a:solidFill>
            <a:srgbClr val="FCF283"/>
          </a:solidFill>
          <a:ln w="12700">
            <a:solidFill>
              <a:srgbClr val="FCF28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82896" y="3429000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SAMPLE TEST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82896" y="363016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"Could not do sample test — gave error before I started" — Razer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40873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087368"/>
            <a:ext cx="54864" cy="621792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82896" y="4142232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82896" y="434340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"Great project questions. Unique and enjoyable style!" — Walmart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6032" y="4800600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Screen accounts for 94% of feedback (1,265 of 1,340). Role mismatch and test quality are the primary levers for improving rating.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Feedback Themes  ·  227 Unique Text Responses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Themes span platform, content, and experience — organized by frequency and severity (avg rating)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24128"/>
            <a:ext cx="54864" cy="111556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972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Environment &amp; Setup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31673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49 responses  ·  avg 2.6★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499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"Did not find the file structure; half my time was figuring out the files" — Synechron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72384" y="1024128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72384" y="1024128"/>
            <a:ext cx="54864" cy="1115568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Positive 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31673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 responses  ·  avg 3.8★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499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"Best coding challenge experience I've ever had. Problems felt meaningful" — Walmart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88736" y="1024128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1024128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09728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vs. 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131673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responses  ·  avg 2.9★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6752" y="149961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"Too lengthy for the time allotted. Hard to finish frontend + filter logic in an hour" — Quantum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231136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231136"/>
            <a:ext cx="54864" cy="111556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Platform / Performance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25237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responses  ·  avg 1.6★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"Very slow tool" · "Freeze mid-test" — Uber, Razer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72384" y="2231136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72384" y="2231136"/>
            <a:ext cx="54864" cy="1115568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/ Stack Mismatch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25237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responses  ·  avg 2.1★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0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"Android engineer given web/Node problems" · "Data Eng given fullstack test" — Walmart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88736" y="2231136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88736" y="2231136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Case Quality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16752" y="25237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responses  ·  avg 2.5★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16752" y="270662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"Functionality was hit but tests still failed" — Razer · Elite Technology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3438144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43814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Connectivity / Submit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" y="373075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responses  ·  avg 2.6★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" y="39136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"Pushing to server was failing" · "Couldn't finish — connection problems"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072384" y="3438144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72384" y="3438144"/>
            <a:ext cx="54864" cy="1115568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 Clarity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373075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responses  ·  avg 2.2★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00400" y="39136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"Problem statement very unclear. Better input/output samples needed" — Walmart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88736" y="3438144"/>
            <a:ext cx="2743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88736" y="3438144"/>
            <a:ext cx="54864" cy="111556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16752" y="35112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16752" y="373075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responses  ·  avg 3.7★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16752" y="39136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"AI couldn't run test cases in debug mode" — Walmart [3★]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Feedback Themes  ·  What Candidates Said About the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04672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Focused on feedback about the question itself — clarity, scope, role fit, and test case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54864" cy="1234440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515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 / Stack Mismatch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25272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responses · avg 2.1★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41732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screened with a tech stack that doesn't match their applied role.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60934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"AS Mobile Android Software Engineer is very hard to solve web/Node problems" — Walmart [2★]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27448" y="98755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987552"/>
            <a:ext cx="54864" cy="1234440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05156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 Statement Unclear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125272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responses · avg 2.6★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5464" y="141732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couldn't understand what was being asked or what the expected output was.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55464" y="160934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"Problem statement very unclear. Better input/output samples needed" — Walmart [3★]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231343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313432"/>
            <a:ext cx="54864" cy="1234440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3774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Too Short for Scope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257860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responses · avg 2.9★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274320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scope is larger than the time window allows — candidates can't finish.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293522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"Quite hard to finish both frontend and filter logic in one hour" — Quantum [3★]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27448" y="231343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2313432"/>
            <a:ext cx="54864" cy="1234440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3774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 Case Issues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5464" y="257860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responses · avg 2.5★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5464" y="274320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Tests fail even when functionality is correct; test cases are misleading or poorly written.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5464" y="293522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"Terrible frontend test cases. Took too much time debugging even though functionality was hit" — Razer [1★]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3639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639312"/>
            <a:ext cx="54864" cy="1234440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7033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Documentation / Context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390448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responses · avg 1.0★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" y="406908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Candidates expect real-world doc access but it is blocked — feels artificial.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426110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"Without access to documentation, this is not a real-world scenario" — QuinStreet [1★]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27448" y="363931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3639312"/>
            <a:ext cx="54864" cy="1234440"/>
          </a:xfrm>
          <a:prstGeom prst="rect">
            <a:avLst/>
          </a:prstGeom>
          <a:solidFill>
            <a:srgbClr val="FCB283"/>
          </a:solidFill>
          <a:ln w="12700">
            <a:solidFill>
              <a:srgbClr val="FCB2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7033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 Complexity / Level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5464" y="3904488"/>
            <a:ext cx="3941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696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responses · avg 2.0★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55464" y="4069080"/>
            <a:ext cx="3941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 feel overly complex, abstract, or not calibrated to the seniority level.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55464" y="4261104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"Extremely overwhelming for someone entry level. Was this intended for first SWE role?" — Walmart [3★]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Priorities  ·  P0 Scale What's Working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601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103327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expanding library content — it's driving 94% of all attempts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131673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Travel App MERN (1,932 attempts) + Banking App JAM (664) are the core. Expand screen-optimised library variants: additional MERN, SpringBoot, Django templates.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9202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92024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92024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199339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 role-fit issue — candidates are being assigned the wrong tech stack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227685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negative signal: candidates with mobile/Android roles are being given web/Node repos. Add role-to-stack validation at the 'add to assessment' step.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8803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88036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803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" y="295351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 Interview adoption — it's slipped to just 21% of attempts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23697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Interview usage is only 655 attempts vs 2,454 for Screen. Identify why interview PMs aren't selecting CodeRepos — pricing, awareness, or feature gaps?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8404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840480"/>
            <a:ext cx="411480" cy="77724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84048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3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8952" y="3913632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 the 45 dormant repos — easiest Q2 win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" y="419709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of 67 in-scope repos have tasks but zero attempts. Surface them with 'Add to assessment' prompts, usage tips, and better visibility in repo discovery UI.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56032"/>
            <a:ext cx="8631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2026 Priorities  ·  P1 Quality + Stack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1005840" cy="36576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69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54864" cy="1005840"/>
          </a:xfrm>
          <a:prstGeom prst="rect">
            <a:avLst/>
          </a:prstGeom>
          <a:solidFill>
            <a:srgbClr val="E46962"/>
          </a:solidFill>
          <a:ln w="12700">
            <a:solidFill>
              <a:srgbClr val="E469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P1 · Fix Test Case Quality &amp; Documentation Access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Razer: bad test cases causing wasted debugging time. QuinStreet: no doc access in real-world scenarios. Both are adoption-killers at scale — especially critical now that Screen usage is at 79%.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05740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Hold: Repos With 0 Activation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95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repos have tasks but zero attempts. Focus activation effort here before creating net-new content: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798064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Node.JS stacks (5 repos)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Django variants (3 repos)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stack (2 repos)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9424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.NET Core · PySpark (3 repos each)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E0E0E2"/>
          </a:solidFill>
          <a:ln w="12700">
            <a:solidFill>
              <a:srgbClr val="E0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144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 Content Stack Priority Matrix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07008"/>
          <a:ext cx="41148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82296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Priority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Repos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L6M Attempts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MERN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18 repos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1,976 (63%)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C77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SpringBoot+Angular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 repos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664 (21%)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Django+Angular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 repos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 (2.2%)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React.JS — Frontend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repo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 (3%)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55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P1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Flask+React — Fullstack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repo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88 (2.8%)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Hold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Node.JS, MEAN, .NET, PySpark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 repos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~0</a:t>
                      </a:r>
                      <a:endParaRPr lang="en-US" sz="10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C770"/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PROPOSED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Turning Analysis Into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Fix role-to-stack mismatch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validation at 'add to assessment' step. Block repo assignment when candidate role ≠ repo tech stack. Target: eliminate role mismatch complaints.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Activate 45 dormant repos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of 67 in-scope repos have tasks but zero attempts. Surface with 'Add to assessment' CTA + discovery improvements. Target: 20 activated by Q2 close.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53328" y="1645920"/>
            <a:ext cx="2670048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5C7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C7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90488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Expand library + drive Interview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0488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3+ MERN screen variants, 2+ SpringBoot variants. Dedicated outreach to Interview PMs. Target: Interview back to 30%+ of attempts by Q2.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482803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Owner: [TBD]  ·  Q2 2026  ·  HackerRank NextGen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CodeRepo Q2 2026 Planning — All CodeRepos (with Tasks)</dc:title>
  <dc:subject>Sep'25–Feb'26 Usage | All CodeRepos with ≥1 Task</dc:subject>
  <dc:creator>HackerRank NextGen</dc:creator>
  <cp:lastModifiedBy>HackerRank NextGen</cp:lastModifiedBy>
  <cp:revision>1</cp:revision>
  <dcterms:created xsi:type="dcterms:W3CDTF">2026-03-04T10:20:17Z</dcterms:created>
  <dcterms:modified xsi:type="dcterms:W3CDTF">2026-03-04T10:20:17Z</dcterms:modified>
</cp:coreProperties>
</file>